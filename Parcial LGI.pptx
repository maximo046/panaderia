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555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046720" cy="2651760"/>
          </a:xfrm>
          <a:prstGeom prst="roundRect">
            <a:avLst>
              <a:gd name="adj" fmla="val 5172"/>
            </a:avLst>
          </a:prstGeom>
          <a:solidFill>
            <a:srgbClr val="B85042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Gestión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 err="1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Panaderia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Avance – Primer Parcial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BALGUENET Imanol · PEDROZO Máximo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453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Fausto </a:t>
            </a:r>
            <a:r>
              <a:rPr lang="en-US" sz="13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Garcete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7457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curricular: </a:t>
            </a:r>
            <a:r>
              <a:rPr lang="en-US" sz="13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</a:t>
            </a: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Informe     |     Fecha: Junio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General del Sistema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6563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Sistema de gestion de stock de </a:t>
            </a:r>
            <a:r>
              <a:rPr lang="en-US" sz="1400" dirty="0" err="1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</a:t>
            </a: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control de </a:t>
            </a:r>
            <a:r>
              <a:rPr lang="en-US" sz="1400" dirty="0" err="1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dedicado</a:t>
            </a: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una </a:t>
            </a:r>
            <a:r>
              <a:rPr lang="en-US" sz="1400" dirty="0" err="1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panaderia</a:t>
            </a: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066305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n-US" sz="15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</a:t>
            </a: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15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gestionan</a:t>
            </a: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413777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Panadero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1051560"/>
            <a:ext cx="3291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32120" y="11612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49047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completo a todos los módulos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2350008"/>
            <a:ext cx="3291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245973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Panadero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278892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los </a:t>
            </a:r>
            <a:r>
              <a:rPr lang="en-US" sz="1200" dirty="0" err="1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</a:t>
            </a: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Stock, </a:t>
            </a:r>
            <a:r>
              <a:rPr lang="en-US" sz="1200" dirty="0" err="1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</a:t>
            </a: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</a:t>
            </a: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3648456"/>
            <a:ext cx="3291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37581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408736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panel de </a:t>
            </a:r>
            <a:r>
              <a:rPr lang="en-US" sz="1200" dirty="0" err="1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Identificado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AE0DC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1155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sistema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57276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manual de insumos en papel o planillas sueltas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automático del stock al producir o vender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saber cuándo reponer materias primas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historial de ventas ni reportes de consumo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00584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E0F0EA"/>
          </a:solidFill>
          <a:ln/>
        </p:spPr>
      </p:sp>
      <p:sp>
        <p:nvSpPr>
          <p:cNvPr id="8" name="Text 6"/>
          <p:cNvSpPr/>
          <p:nvPr/>
        </p:nvSpPr>
        <p:spPr>
          <a:xfrm>
            <a:off x="5102352" y="11155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sistema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02352" y="157276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digital de entradas, producción y ventas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automático de stock al producir o vender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mínimo en tiempo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filtrables por mes para análisis de movimientos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2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2194560"/>
          </a:xfrm>
          <a:prstGeom prst="roundRect">
            <a:avLst>
              <a:gd name="adj" fmla="val 6250"/>
            </a:avLst>
          </a:prstGeom>
          <a:solidFill>
            <a:srgbClr val="B8504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417320"/>
            <a:ext cx="6766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web que permita a la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panadería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forma digital y centralizada sus insumos, producción, stock y ventas, con control de acceso por rol de usuario.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Normal N°10 · Misiones · 2026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Particulares 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61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Registrar usuarios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9047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cuentas con nombre, correo, contraseña hasheada y rol asignado.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0515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61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Control de acceso por </a:t>
            </a:r>
            <a:r>
              <a:rPr lang="en-US" sz="13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49047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rol (Administrador, Panadero, Vendedor) accede sólo a sus módulos.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081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Gestionar insumos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1071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nuevos insumos y registro de compras con proveedor, precio y fecha.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3081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Gestionar producción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341071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unidades producidas; descuento automático de insumos </a:t>
            </a:r>
            <a:r>
              <a:rPr lang="en-US" sz="1200" dirty="0" err="1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</a:t>
            </a: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</a:t>
            </a:r>
            <a:r>
              <a:rPr lang="en-US" sz="1200" dirty="0" err="1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ingredientes</a:t>
            </a: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Particulares 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61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Gestionar productos y recetas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9047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productos con unidad de medida y asignación de insumos con cantidades por receta.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0515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612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Registrar ventas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49047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de productos con precio, cantidad y método de pago; descuento automático de stock.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081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Alertas de stock mínimo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1071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visual cuando el stock de un insumo está por debajo del mínimo configurado.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9718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3081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Generar reportes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341071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filtrable por mes de consumos, ingresos, producción y ventas.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Utilizadas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semántica de todas las páginas del sistema.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005840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4447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propios sin frameworks: Grid, Flexbox, variables CSS, media queries.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7980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Validaciones, eventos, mensajes dinámicos y lógica del lado cliente.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59152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/ XHR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7980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</a:t>
            </a:r>
            <a:r>
              <a:rPr lang="en-US" sz="1200" dirty="0" err="1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</a:t>
            </a: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que se </a:t>
            </a:r>
            <a:r>
              <a:rPr lang="en-US" sz="1200" dirty="0" err="1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actualice</a:t>
            </a: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página; respuestas en JSON.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7360" y="3712464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822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15137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lógica de servidor: auth, CRUD, cálculos de stock.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712464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3822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415137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con tablas relacionadas mediante claves foráneas.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2400" y="0"/>
            <a:ext cx="363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del Frontend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10515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diseño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1399032"/>
            <a:ext cx="394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fijo con navegación según rol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coherente en todos los módulos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Tipografías Playfair Display + Nunito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con validación visual y mensajes de error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adaptable con media queries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con color diferencial (verde / rojo)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12080" y="1005840"/>
            <a:ext cx="3474720" cy="3749040"/>
          </a:xfrm>
          <a:prstGeom prst="roundRect">
            <a:avLst>
              <a:gd name="adj" fmla="val 2632"/>
            </a:avLst>
          </a:prstGeom>
          <a:solidFill>
            <a:srgbClr val="E8E0D8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21945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Captura de pantalla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 ]</a:t>
            </a:r>
            <a:endParaRPr lang="en-US" sz="1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6EA2E59-8FFE-4DA6-BD2B-7E0D6C457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0"/>
            <a:ext cx="530352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de CSS Avanzado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&amp; Flexbox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del sidebar, grids de cards y formularios de dos columnas.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005840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4447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:root define colores, tipografías y espaciados reutilizables en todo el proyecto.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7980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del sidebar y la grilla a pantallas pequeñas.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59152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Pseudoclases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7980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:hover, :focus, :active en botones, inputs y enlaces de navegación.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822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personalizados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15137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Selects, inputs y botones estilizados sin frameworks externos.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712464"/>
            <a:ext cx="40233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3822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con estilos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415137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stock con colores alternados y bordes personalizados.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314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de JavaScript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2560" y="1051560"/>
            <a:ext cx="367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implementadas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2560" y="1499616"/>
            <a:ext cx="3677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campos obligatorios antes del envío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dinámicos de éxito o error (sin recargar)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Redirección</a:t>
            </a: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automática tras registro exitoso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subtotal y total en el formulario de ventas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12080" y="1005840"/>
            <a:ext cx="3474720" cy="3749040"/>
          </a:xfrm>
          <a:prstGeom prst="roundRect">
            <a:avLst>
              <a:gd name="adj" fmla="val 2632"/>
            </a:avLst>
          </a:prstGeom>
          <a:solidFill>
            <a:srgbClr val="E8E0D8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21945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Ejemplo 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]</a:t>
            </a:r>
            <a:endParaRPr lang="en-US" sz="1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2A0EA10-7ABD-45A6-9B2A-5547E9FEF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0"/>
            <a:ext cx="5303520" cy="51297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de AJAX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formularios del sistema se envían con AJAX (XMLHttpRequest) sin recargar la página: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709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usuario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39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envio_registro.php – valida y crea la cuenta, redirige al login.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6002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1709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insumos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2039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registrar_compra.php – guarda la compra y actualiza stock.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15768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25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insumo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registrar_insumo.php – da de alta el insumo en la BD.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715768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2825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3154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registrar_produccion.php – descuenta insumos y suma al stock de productos.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9410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2702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registrar_venta.php – registra venta y descuenta stock de productos.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3831336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74920" y="39410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contacto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42702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formulario_ayuda.php – guarda el mensaje en la tabla contacto.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 panaderia_normal10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 ·  roles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 ·  unidad_de_medida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stock_insumos  ·  compras_insumos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 ·  receta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  ·  stock_productos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 ·  detalle_venta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metodos_pago  ·  proveedores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  ·  contacto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005840"/>
            <a:ext cx="3657600" cy="3749040"/>
          </a:xfrm>
          <a:prstGeom prst="roundRect">
            <a:avLst>
              <a:gd name="adj" fmla="val 2500"/>
            </a:avLst>
          </a:prstGeom>
          <a:solidFill>
            <a:srgbClr val="E8E0D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21945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Diagrama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Entidad–Relación ]</a:t>
            </a:r>
            <a:endParaRPr lang="en-US" sz="1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9D29A5B-FDC4-44A6-A339-6122B0F2A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824" y="0"/>
            <a:ext cx="502417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Implementados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correo y contraseña hasheada. Redirección según rol.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005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usuario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4447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con validación de campos, correo único y confirmación de contraseña.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1396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stock de insumos y productos. Alertas de stock mínimo en tiempo real.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02996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21396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468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compras y alta de nuevos insumos con unidad de medida.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1638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4930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producción, descuenta insumos por receta y suma stock de productos.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054096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31638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4930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productos con sus recetas. Alta de productos y asociación de insumos.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78224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41879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5171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venta con validación de stock. Historial de últimas 10 ventas.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4078224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74920" y="41879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45171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filtrables por mes: consumos, ingresos, producción y ventas.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Dificultades y Soluciones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 producir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Dificultad: descontar correctamente insumos según receta.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verificar stock antes de insertar y luego iterar la receta para actualizar.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0058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15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stock en ventas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44475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Dificultad: impedir vender más de lo disponible.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consultar stock antes de registrar y mostrar mensaje de error con cantidad disponible.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035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sin </a:t>
            </a:r>
            <a:r>
              <a:rPr lang="en-US" sz="13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36499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Dificultad: enviar datos al servidor sin perder el estado de la página.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AJAX con FormData y respuesta JSON para actualizar el DOM.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92608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3035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336499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Dificultad: impedir que un rol acceda a páginas no permitidas.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archivo auth.php incluido en cada página que redirige si el rol no coincide.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Avances, Pendientes y Conclusión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E8F5ED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11556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Implementado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554480"/>
            <a:ext cx="248716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y registro con roles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insumos y productos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con descuento automático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con validación de stock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filtrables por 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stock mínimo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FAE0DC"/>
          </a:solidFill>
          <a:ln/>
        </p:spPr>
      </p:sp>
      <p:sp>
        <p:nvSpPr>
          <p:cNvPr id="8" name="Text 6"/>
          <p:cNvSpPr/>
          <p:nvPr/>
        </p:nvSpPr>
        <p:spPr>
          <a:xfrm>
            <a:off x="3310128" y="111556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Pendiente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0128" y="1554480"/>
            <a:ext cx="248716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desde el panel admin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 y eliminación de registros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reportes a PDF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eliminación con JS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00584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E8EAF6"/>
          </a:solidFill>
          <a:ln/>
        </p:spPr>
      </p:sp>
      <p:sp>
        <p:nvSpPr>
          <p:cNvPr id="11" name="Text 9"/>
          <p:cNvSpPr/>
          <p:nvPr/>
        </p:nvSpPr>
        <p:spPr>
          <a:xfrm>
            <a:off x="6144768" y="111556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5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Conclusión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44768" y="1554480"/>
            <a:ext cx="248716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módulos principales funcionan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digitaliza procesos antes manuales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mejora la experiencia sin recargas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1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 para agregar futuras mejoras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1174</Words>
  <Application>Microsoft Office PowerPoint</Application>
  <PresentationFormat>Presentación en pantalla (16:9)</PresentationFormat>
  <Paragraphs>184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– Panadería Normal 10</dc:title>
  <dc:subject>PptxGenJS Presentation</dc:subject>
  <dc:creator>PptxGenJS</dc:creator>
  <cp:lastModifiedBy>Máximo Emanuel Pedrozo</cp:lastModifiedBy>
  <cp:revision>17</cp:revision>
  <dcterms:created xsi:type="dcterms:W3CDTF">2026-06-16T15:39:20Z</dcterms:created>
  <dcterms:modified xsi:type="dcterms:W3CDTF">2026-06-18T23:09:44Z</dcterms:modified>
</cp:coreProperties>
</file>